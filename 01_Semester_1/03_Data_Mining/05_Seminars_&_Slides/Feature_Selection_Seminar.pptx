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E3A8A"/>
                </a:solidFill>
                <a:latin typeface="Segoe UI"/>
              </a:defRPr>
            </a:pPr>
            <a:r>
              <a:t>Feature Selection Techniques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اختيار الميزات — Data Mining (CS602)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Candidate: Master of Computer Science Student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Instructor: Asst. Prof. Dr. Ahmed Shakir Abd Al-Rida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Institution: College of Computer Science &amp; IT — University of Wasit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Date: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The One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 real table can carry hundreds of attributes — and most do not earn their place.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Two different diseases (never merge them):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Irrelevant: no relationship to the target (e.g. a customer's telephone number).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Redundant: duplicates information already carried by another (age vs date of birth).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Keeping them is actively harmful: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Poor-quality patterns — the algorithm fits noise.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Slow mining — every extra dimension costs computation.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We cannot simply ask the expert — the data's behaviour is often not known.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What Feature Selection Is — and What It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Feature selection keeps a subset of the existing attributes and discards the rest.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 family tree — memorise the direction of each: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Select: remove — keep a subset of existing columns (drop Phone).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Construct: add — build a new column from existing ones (area = height x width).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Extract: transform — build a new representation, new axes (PCA components).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Reduce: the umbrella — any strategy that shrinks the data.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Exam sentence: selection picks from the shelf; extraction builds a new shelf.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The Formal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i="1">
                <a:solidFill>
                  <a:srgbClr val="475569"/>
                </a:solidFill>
              </a:defRPr>
            </a:pPr>
            <a:r>
              <a:t>“ "The goal of attribute subset selection is to find a minimum set of attributes such that the resulting probability distribution of the data classes is as close as possible to the original distribution obtained using all attributes." — Han, Kamber &amp; Pei, p.104 ”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Unpack it into three testable pieces: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Minimum set: we minimise the fewest columns.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Class distribution preserved: we are constrained, not free.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Together: a trade-off, not a one-sided goal.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Second, quieter benefit: interpretability — fewer attributes in the patterns makes them easier to read.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Why It Is Hard — The 2-to-the-n Explosion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For n attributes there are 2-to-the-n possible subsets.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 numbers make "prohibitively expensive" concrete: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20 features = 1,048,576 subsets.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30 features = over a billion.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50 features = over a quadrillion.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So we use heuristic, greedy search: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Locally optimal choice at each step, hoping for a near-global optimum.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Greedy is not wrong — it is near-optimal with no guarantee.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Exam line: exhaustive = optimal but impossible; greedy = possible but unguaranteed.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How We Score a Feature — The Classical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Tests of statistical significance: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Best attributes are those whose link to the class is unlikely to be chance.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Key assumption: the attributes are independent — which breaks when two are redundant.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Information gain (the decision-tree measure):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Gain(A) = H(C) minus the weighted entropy after splitting on A.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It measures how much uncertainty the attribute removes — higher is better.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It is exactly what a decision tree uses to split.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Classification demands a class-sensitive criterion.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The Filter Measures — Gini and Entropy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Gini index (Eq. 10.1): G(v) = 1 minus the sum of squared class fractions.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0 = perfect separation; 1 minus 1/k = maximum confusion (0.5 for two classes).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Lower is better.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Entropy (Eq. 10.3): E(v) = minus the sum of p log2 p.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Range 0 to log2 k; 0 = perfect separation; higher = more mixing.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Lower is better.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Why the logarithm: rare events carry more information; entropy is expected surprise.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Both trace the same arch — 0 at the ends, peak at an even split.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Fisher Score and Fisher's Linear Discriminant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Fisher score (Eq. 10.5): the ratio of interclass separation to intraclass spread.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Numerator: how far the class means sit from the global mean.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Denominator: how wide each class is.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Higher is better — the opposite direction to Gini and entropy.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Fisher's linear discriminant — the cousin that builds instead of selects: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It builds a new direction W (a linear combination), not a subset.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Supervised dimensionality reduction — not PCA.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 most discriminating direction is not the highest-variance direction.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The Four Search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Stepwise forward selection: start from the empty set, add the best each step.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Stepwise backward elimination: start from the full set, remove the worst each step.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Combination: at each step, add the best and remove the worst.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Decision tree induction (ID3, C4.5, CART):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 attributes that appear in the tree form the reduced subset.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Attributes that never earned a split are assumed irrelevant.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All four converge on the same example subset {A1, A4, A6} — greedy searches agree.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Stopping rule: a threshold on the evaluation measure — a design choice.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Filter vs Wrapper vs Embedded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Who scores the feature?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Needs a classifier?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Filter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 fixed mathematical criterion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— model-agnostic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Wrapper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the classifier's own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Yes — model-tied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Embedded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the model reveals it while training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Yes — built 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Selection by Task — Classification vs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Classification (supervised): a label exists, so the score is class-sensitive.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Clustering (unsupervised): no label, so the score measures clustering tendency.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Distance distribution: uniform data gives one bell curve; clustered data gives two peaks.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Pick the subset that minimises the distance-distribution entropy.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Three named clustering measures: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Term strength: P(t in Y given t in X) — for sparse text data.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Classification-based relevance: predict an attribute from the rest; accuracy is relevance.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Hopkins statistic: 0.5 = uniform; closer to 1 = clustered.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Attribute Construction — The Cousin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i="1">
                <a:solidFill>
                  <a:srgbClr val="475569"/>
                </a:solidFill>
              </a:defRPr>
            </a:pPr>
            <a:r>
              <a:t>“ "In some cases, we may want to create new attributes based on others. Such attribute construction can help improve accuracy and understanding of structure in high-dimensional data." — Han, Kamber &amp; Pei, p.105 ”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Sometimes the right move is to build a feature, not pick one.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area = height x width — a new column, same axes.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Keep the three operations distinct: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Selection removes; Construction adds a column; Extraction changes the axes.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Benefit: it can expose missing information about relationships between attributes.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Exam 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Selection chooses existing; extraction and construction create.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Gini and entropy: lower is better; Fisher score: higher is better.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Filter is model-free; wrapper is model-tied.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Fisher score selects a feature; Fisher's discriminant builds a direction.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Hopkins near 1 means clustered; 0.5 means uniform.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The Whole Topic in Five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Too many features hurt — noise and redundancy.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We want the smallest subset that preserves class information.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There are 2-to-the-n subsets, so we score and search greedily.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The score is a filter, or model-tied (wrapper or embedded).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Selection chooses; construction and extraction create.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035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E3A8A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Han, Jiawei; Kamber, Micheline; Pei, Jian. Data Mining: Concepts and Techniques, 3rd ed. Morgan Kaufmann, 2011. Section 3.4.4 Attribute Subset Selection (pp. 103-105).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Aggarwal, Charu C. Data Mining: The Textbook. Springer, 2015. Section 10.2 Feature Selection for Classification (pp. 287-293); Section 6.2 Feature Selection for Clustering (pp. 155-158).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Segoe UI"/>
              </a:defRPr>
            </a:pPr>
            <a:r>
              <a:t>•  Figures used in the accompanying note: Fig 3.6 (Han, Kamber &amp; Pei, p.104); Fig 10.1, 10.2 (Aggarwal, pp. 289, 291); Fig 6.1 (Aggarwal, p.156).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